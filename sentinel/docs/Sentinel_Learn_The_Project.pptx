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teaches you the project. The other deck sells it. Never mix them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6400800" cy="6400800"/>
          </a:xfrm>
          <a:prstGeom prst="ellipse">
            <a:avLst/>
          </a:prstGeom>
          <a:solidFill>
            <a:srgbClr val="1D4E58"/>
          </a:solidFill>
          <a:ln w="12700">
            <a:solidFill>
              <a:srgbClr val="1D4E5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PRIVATE COPY · NOT FOR THE PRESENTATION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8308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5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Own Project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8404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D7E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Sentinel does, in plain language. No engineering background needed. Read it once and you will be able to answer any question a judge asks.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394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slides  ·  about 15 minutes  ·  read in order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EXISTS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the story, not the technology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car is stolen in Ahmedabad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461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passes a traffic camera. That camera belongs to Ahmedabad City Police.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15968" y="17373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0288" y="1965960"/>
            <a:ext cx="502920" cy="50292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0288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606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car drives towards Surat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32461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passes more cameras. Those belong to a different department.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3296" y="17373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25400">
            <a:solidFill>
              <a:srgbClr val="E8635A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7616" y="1965960"/>
            <a:ext cx="502920" cy="502920"/>
          </a:xfrm>
          <a:prstGeom prst="ellipse">
            <a:avLst/>
          </a:prstGeom>
          <a:solidFill>
            <a:srgbClr val="E8635A"/>
          </a:solidFill>
          <a:ln w="12700">
            <a:solidFill>
              <a:srgbClr val="E863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57616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57616" y="2606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trail stops at the boundary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57616" y="32461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Surat's system cannot see Ahmedabad's cameras. Nobody can join the two halves.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2343B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455371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 joins the halves.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983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E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officer types the number plate. One screen shows everywhere that vehicle has been — across every department — on a map, with the reason it believes each step.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PROJECT IN ONE SLIDE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rests on three ideas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learn only three things, learn these. Every technical decision in the project comes from one of them.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286000"/>
            <a:ext cx="548640" cy="54864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2128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is too big to move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61518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do the thinking at the camera, and send only a small text message.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10128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584448"/>
            <a:ext cx="548640" cy="54864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3584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351129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Roads do the filtering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391363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 can only be where roads allow. That removes 97.6% of the guessing — with no AI.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608576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882896"/>
            <a:ext cx="548640" cy="548640"/>
          </a:xfrm>
          <a:prstGeom prst="ellipse">
            <a:avLst/>
          </a:prstGeom>
          <a:solidFill>
            <a:srgbClr val="F0A868"/>
          </a:solidFill>
          <a:ln w="12700">
            <a:solidFill>
              <a:srgbClr val="F0A8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882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480974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Plates are not enough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52120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26% of cameras can read a plate. So we also match on appearance — carefully.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E9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4 to 12 explain these three, one at a time.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IS TOO BIG TO MOVE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1 — you cannot post the whole library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25400">
            <a:solidFill>
              <a:srgbClr val="E8635A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105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wrong way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1284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every camera's video to one building in Gandhinagar, and analyse it there.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803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E9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posting every book in a library to one office so someone can look up a single sentence.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25400">
            <a:solidFill>
              <a:srgbClr val="2CA6A4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92240" y="18105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C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Sentinel does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21284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location watches its own video and sends only what it found, as text.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8803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E9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librarian reading the book where it sits, and posting back one line: "white car, GJ01AB1234, 4:12 pm".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12343B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4400" y="4206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E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80,000 cameras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5720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6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320 Gbps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2852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move the video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45720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A6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 Mbps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52852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move the answer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44805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3,300 times smaller.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government network in India carries 320 Gbps. This is not about money — it is impossible.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 DO THE FILTERING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2 — a car cannot teleport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your best idea, and it uses no AI at all. It is just a map and a clock.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21408"/>
            <a:ext cx="411480" cy="41148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121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3347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 is seen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Junction 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46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E9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4:12 pm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182112" y="2606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E9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401568" y="192024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30168" y="2121408"/>
            <a:ext cx="411480" cy="41148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30168" y="2121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30168" y="263347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can it be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later?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630168" y="3246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E9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road map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2606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E9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54496" y="192024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83096" y="2121408"/>
            <a:ext cx="411480" cy="41148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83096" y="2121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83096" y="263347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or 2 junctions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reachable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83096" y="3246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E9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50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887968" y="2606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E9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107424" y="192024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336024" y="2121408"/>
            <a:ext cx="411480" cy="41148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36024" y="2121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336024" y="263347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compare against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cameras, not 50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336024" y="3246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E9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collapses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88620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12343B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14400" y="4069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C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that saves, measured on the real system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914400" y="44805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6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20,000</a:t>
            </a:r>
            <a:endParaRPr lang="en-US" sz="3000" dirty="0"/>
          </a:p>
        </p:txBody>
      </p:sp>
      <p:sp>
        <p:nvSpPr>
          <p:cNvPr id="31" name="Text 29"/>
          <p:cNvSpPr txBox="1"/>
          <p:nvPr/>
        </p:nvSpPr>
        <p:spPr>
          <a:xfrm>
            <a:off x="914400" y="5074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 without it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3566160" y="44805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A6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473</a:t>
            </a:r>
            <a:endParaRPr lang="en-US" sz="3000" dirty="0"/>
          </a:p>
        </p:txBody>
      </p:sp>
      <p:sp>
        <p:nvSpPr>
          <p:cNvPr id="33" name="Text 31"/>
          <p:cNvSpPr txBox="1"/>
          <p:nvPr/>
        </p:nvSpPr>
        <p:spPr>
          <a:xfrm>
            <a:off x="3566160" y="5074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 with it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44805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6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2,240 ms</a:t>
            </a:r>
            <a:endParaRPr lang="en-US" sz="3000" dirty="0"/>
          </a:p>
        </p:txBody>
      </p:sp>
      <p:sp>
        <p:nvSpPr>
          <p:cNvPr id="35" name="Text 33"/>
          <p:cNvSpPr txBox="1"/>
          <p:nvPr/>
        </p:nvSpPr>
        <p:spPr>
          <a:xfrm>
            <a:off x="6217920" y="5074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without it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8869680" y="44805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A6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 ms</a:t>
            </a:r>
            <a:endParaRPr lang="en-US" sz="3000" dirty="0"/>
          </a:p>
        </p:txBody>
      </p:sp>
      <p:sp>
        <p:nvSpPr>
          <p:cNvPr id="37" name="Text 35"/>
          <p:cNvSpPr txBox="1"/>
          <p:nvPr/>
        </p:nvSpPr>
        <p:spPr>
          <a:xfrm>
            <a:off x="8869680" y="5074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with it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MATHS JUDGES WILL CHECK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that filter is the whole argument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25400">
            <a:solidFill>
              <a:srgbClr val="E8635A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filter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20,000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718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comparisons. Even a very good AI is wrong about 1% of the time — that is roughly 180 wrong answers, every batch. An officer cannot use that.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64592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25400">
            <a:solidFill>
              <a:srgbClr val="2CA6A4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9224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C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filter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2402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473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9718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comparisons. The same 1% error is now about 4 — few enough that an officer can check each one. Same AI. Different question.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2343B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4400" y="44348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 sentence out loud until it is natural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8006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"We did not build a smarter AI. We gave an ordinary AI a much easier question — and the road network is what makes the question easy."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UNCOMFORTABLE TRUTH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3 — most cameras cannot read a plate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physics, not a software problem. If the plate is only a few pixels wide, no software can recover the characters.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12343B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2402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CA6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26%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175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real cameras can physically resolve a number plate. The other 74% are wide-angle.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965960"/>
            <a:ext cx="73152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17720" y="217627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depends entirely on the camera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5786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Plate-reading lane, daylight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509760" y="25786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CA6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92.5%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017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camera, daylight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509760" y="3017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CA6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75.6%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4564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Wide-angle camera, night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509760" y="34564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6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37.9%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25400">
            <a:solidFill>
              <a:srgbClr val="F0A86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4400" y="45262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 the bad number. Always.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919472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officer who does not know when the system is unreliable will trust it at the wrong moment. Saying "37.9% at night on a wide-angle camera" makes every other number you quote believable.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STILL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we match on three things, not one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38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 plate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accurate when it can be read. Often it cannot.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5968" y="173736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90288" y="1938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90288" y="2286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Appearance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590288" y="27889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Colour, shape, size, type of vehicle. Works on every camera.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83296" y="173736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57616" y="1938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FILTER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357616" y="2286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and when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357616" y="27889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journey even physically possible on real roads?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8912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12343B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4400" y="47091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cover each other's weakness: the plate is precise but rare, appearance is common but vague, and the road filter throws away anything physically impossible.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OR PROBABLE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safety rule built into the code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2CA6A4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74520"/>
            <a:ext cx="457200" cy="45720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C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688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plate was actually read, and the travel time is possible on real roads.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1272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E9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610 metres in 47 seconds = 47 km/h. Possible.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F0A86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874520"/>
            <a:ext cx="457200" cy="457200"/>
          </a:xfrm>
          <a:prstGeom prst="ellipse">
            <a:avLst/>
          </a:prstGeom>
          <a:solidFill>
            <a:srgbClr val="F0A868"/>
          </a:solidFill>
          <a:ln w="12700">
            <a:solidFill>
              <a:srgbClr val="F0A8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4688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looks like the same vehicle, but no plate was read. Shown as a guess, never as a fact.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1272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E9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never be upgraded to CONFIRMED.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12343B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4400" y="431596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rule exists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681728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E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identifies a car by colour and shape alone will eventually pick the wrong car — and an officer will act on it. Somebody innocent gets stopped. So the code refuses to let appearance alone reach "confirmed", no matter how confident it is.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ACTUALLY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to one second of video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one frame from the camera to the officer's screen. Six steps.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94560"/>
            <a:ext cx="457200" cy="45720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88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the camera and read the picture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15968" y="196596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0288" y="2194560"/>
            <a:ext cx="457200" cy="45720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0288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184648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2788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vehicles in the picture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83296" y="196596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57616" y="2194560"/>
            <a:ext cx="457200" cy="45720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57616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951976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357616" y="2788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each vehicle frame to frame, give it an ID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114800"/>
            <a:ext cx="457200" cy="45720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4160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709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vehicle close and sharp enough to read a plate?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315968" y="388620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90288" y="4114800"/>
            <a:ext cx="457200" cy="45720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90288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5184648" y="4160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4590288" y="4709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plate, note the colour and type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083296" y="388620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57616" y="4114800"/>
            <a:ext cx="457200" cy="45720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57616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8951976" y="4160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8357616" y="4709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one small text message onward. Delete nothing else.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E9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is the money-saver: it throws away about 80% of the work before the expensive part runs.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DETAIL WORTH KNOWING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mistake almost everyone makes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25400">
            <a:solidFill>
              <a:srgbClr val="E8635A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wrong clock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042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time the video arrived at our computer.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8892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first connect, a camera sends a burst — 0.8 seconds of video can arrive in 11 milliseconds. If you time by arrival, the system thinks every car just moved 70 times too fast.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25400">
            <a:solidFill>
              <a:srgbClr val="2CA6A4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C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clock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3042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time stamped inside the video itself.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78892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 carries its own timestamp from the camera. Sentinel uses only that. So every speed, every travel time and every "is this possible?" check is honest.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12343B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4400" y="46634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should care: the entire road filter depends on travel time. Get the clock wrong and idea 2 — your best idea — quietly produces nonsense, while everything still looks like it is working.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CAMERAS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camera needs to join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camera like a tap. You need three things — and you put them in one file. No programming.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212848"/>
            <a:ext cx="502920" cy="50292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212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4871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camera lives on the network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23042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A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rtsp://103.250.160.189:8554/stream/cam04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218688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3511296"/>
            <a:ext cx="502920" cy="50292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511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4015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78561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to open it. Never stored in the database — the design forbids it.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36027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A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referenced by name only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517136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8680" y="4809744"/>
            <a:ext cx="502920" cy="502920"/>
          </a:xfrm>
          <a:prstGeom prst="ellipse">
            <a:avLst/>
          </a:prstGeom>
          <a:solidFill>
            <a:srgbClr val="F0A868"/>
          </a:solidFill>
          <a:ln w="12700">
            <a:solidFill>
              <a:srgbClr val="F0A8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809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47000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508406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Latitude, longitude, and which way it points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9011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A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23.027, 72.512, heading 47°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E9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is config/cameras.yaml. Adding 1,000 cameras means adding 1,000 entries to that file — and changing no code.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3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5943600" cy="5943600"/>
          </a:xfrm>
          <a:prstGeom prst="ellipse">
            <a:avLst/>
          </a:prstGeom>
          <a:solidFill>
            <a:srgbClr val="1D4E58"/>
          </a:solidFill>
          <a:ln w="12700">
            <a:solidFill>
              <a:srgbClr val="1D4E5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77724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30-SECOND JOB THAT COSTS A FORTUNE TO SKIP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2344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a compass reading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every camera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889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where a camera is is not enough. You must know which way it is looking.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3474720"/>
            <a:ext cx="384048" cy="384048"/>
          </a:xfrm>
          <a:prstGeom prst="ellipse">
            <a:avLst/>
          </a:prstGeom>
          <a:solidFill>
            <a:srgbClr val="E8635A"/>
          </a:solidFill>
          <a:ln w="12700">
            <a:solidFill>
              <a:srgbClr val="E863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342900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camera is just a dot. The system cannot tell which cars are coming towards it and which are leaving.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7240" y="4315968"/>
            <a:ext cx="384048" cy="384048"/>
          </a:xfrm>
          <a:prstGeom prst="ellipse">
            <a:avLst/>
          </a:prstGeom>
          <a:solidFill>
            <a:srgbClr val="E8635A"/>
          </a:solidFill>
          <a:ln w="12700">
            <a:solidFill>
              <a:srgbClr val="E863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427024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filter gets much weaker — and the road filter is idea 2, the thing your whole argument rests 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5157216"/>
            <a:ext cx="384048" cy="384048"/>
          </a:xfrm>
          <a:prstGeom prst="ellipse">
            <a:avLst/>
          </a:prstGeom>
          <a:solidFill>
            <a:srgbClr val="F0A868"/>
          </a:solidFill>
          <a:ln w="12700">
            <a:solidFill>
              <a:srgbClr val="F0A8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5157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5111496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back to 80,000 already-installed cameras to take a reading is a field programme, not a fix.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C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person, one compass, 30 seconds per site, during installation.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HAVE TO CHOOSE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video can arrive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speaks all three and picks automatically. You only need to recognise the names.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A6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RTSP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20665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one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243230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direct. Used for the AI processing. Often blocked on government networks.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68680" y="3474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A8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HLS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33467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backup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371246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Slower, but travels through firewalls. Sentinel switches to this automatically when RTSP is blocked.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4754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A6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WHEP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46268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watching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331720" y="499262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video in a web browser, with very little delay. Used by the officer's screen.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E9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automatic switch matters: without it, on a network that blocks RTSP, every camera would show red and it would look like your system failed.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THE SYSTEM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computers actually sit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12343B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each district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~40 cameras. Does all the AI. The video stays here forever and never travels.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297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of these for the whole state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15968" y="173736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90288" y="1965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90288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few per state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7432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neighbouring districts together, because vehicles cross district borders.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4297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E9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cross-district tracking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83296" y="173736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357616" y="1965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357616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Gandhinagar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357616" y="27432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map, the search, the user accounts, the audit record.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57616" y="4297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E9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only text, never video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E9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 one-line version: the edge decides, the region joins, the centre remembers.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IN SIMPLE TERMS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rules that protect citizens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457200" cy="45720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2996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must say why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0604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 officer can see where a vehicle has been, they must type a reason. It is saved for 7 years.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11680"/>
            <a:ext cx="457200" cy="45720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02996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Looking is recorded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60604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reading the record of who looked at what is itself recorded. Nobody can look quietly.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977640"/>
            <a:ext cx="457200" cy="45720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99592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Refusals are recorded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57200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someone tries to reach another department's camera and is refused, that attempt is saved too.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70332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3977640"/>
            <a:ext cx="457200" cy="45720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922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99592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password stored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57200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physically cannot hold a camera password. It is not a policy — the structure forbids it.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E9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Indian law is the DPDP Act 2023. Its key idea is "purpose limitation" — you may only collect and look at personal data for a stated reason.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if the main computer dies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 not write a policy about this. We actually killed the database on purpose and measured what happened.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21284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CA6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lost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5968" y="196596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90288" y="221284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CA6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0.36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590288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to recover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83296" y="196596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57616" y="221284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E9A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8357616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records written first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12343B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" y="418795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more here than in a normal system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553712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E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shopping website, losing five minutes of data is annoying. For a police system it is losing evidence — sightings that may matter in a court case. That is why the answer had to be zero, and why we measured it instead of promising it.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REAL, WHAT IS NOT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able to say this without hesitating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25400">
            <a:solidFill>
              <a:srgbClr val="2CA6A4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and tested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1460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video pipeline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Cross-camera tracking with the road filter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departments kept apart from each other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rules and the 7-year record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officer's screen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and recovery — 0 records lost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371 automatic tests, all passing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25400">
            <a:solidFill>
              <a:srgbClr val="F0A86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920240"/>
            <a:ext cx="457200" cy="457200"/>
          </a:xfrm>
          <a:prstGeom prst="ellipse">
            <a:avLst/>
          </a:prstGeom>
          <a:solidFill>
            <a:srgbClr val="F0A868"/>
          </a:solidFill>
          <a:ln w="12700">
            <a:solidFill>
              <a:srgbClr val="F0A8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done yet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51460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connected to the real police cameras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government database connected — all five are practice copies, and every record says so on screen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numbers come from a simulator, not real Gujarat footage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run with more than 1,000 cameras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judge asks "is this production ready?" — the answer is NO, and then you show this list. That answer wins trust. Claiming yes and being caught loses everything.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AHEAD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Thirty cameras today, 80,000 in three years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57400" cy="3200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07592" y="2011680"/>
            <a:ext cx="548640" cy="54864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07592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974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0358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50–200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56616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 works on real cameras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07208" y="1783080"/>
            <a:ext cx="2057400" cy="3200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6160" y="2011680"/>
            <a:ext cx="548640" cy="54864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944368" y="26974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944368" y="30358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3,000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2944368" y="356616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 works at district size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65776" y="1783080"/>
            <a:ext cx="2057400" cy="3200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24728" y="2011680"/>
            <a:ext cx="548640" cy="54864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24728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202936" y="26974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202936" y="30358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12,000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202936" y="356616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city-to-city tracking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24344" y="1783080"/>
            <a:ext cx="2057400" cy="3200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83296" y="2011680"/>
            <a:ext cx="548640" cy="54864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83296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461504" y="26974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461504" y="30358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25,000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7461504" y="356616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district-to-district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582912" y="1783080"/>
            <a:ext cx="2057400" cy="3200400"/>
          </a:xfrm>
          <a:prstGeom prst="roundRect">
            <a:avLst>
              <a:gd name="adj" fmla="val 3556"/>
            </a:avLst>
          </a:prstGeom>
          <a:solidFill>
            <a:srgbClr val="12343B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341864" y="2011680"/>
            <a:ext cx="548640" cy="54864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341864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9720072" y="26974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720072" y="30358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A6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80,000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9720072" y="356616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deployment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2120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25400">
            <a:solidFill>
              <a:srgbClr val="F0A86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914400" y="54406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skip a phase. Each one exists to prove something before you risk more money on the next.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CHEAT SHEET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Words you will hear, and what they mean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653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A6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RTSP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18928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normal way video travels from a camera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46520" y="18653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A6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HLS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909560" y="18928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slower backup way, gets through firewalls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32888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27066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A6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ANPR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273405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Number Plate Reading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2532888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46520" y="27066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A6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273405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the same vehicle by how it looks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374136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35478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A6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PTS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286000" y="357530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timestamp stored inside the video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374136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46520" y="35478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A6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357530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computer near the cameras that does the AI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215384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22960" y="4389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A6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Metadata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2286000" y="441655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 text description, not the video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4215384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446520" y="4389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A6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909560" y="441655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— how late the picture is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056632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22960" y="52303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A6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Failover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2286000" y="52578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backup taking over when the main one dies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72200" y="5056632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446520" y="52303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A6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log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909560" y="52578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permanent record of who looked at what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E9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someone uses a word not on this list, it is fair to say "can you explain that?" — good engineers respect the question.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3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REMEMBER NOTHING ELSE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sentences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2075688"/>
            <a:ext cx="411480" cy="41148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75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05740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move the video. We move the answer.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880360"/>
            <a:ext cx="411480" cy="41148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86207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network does the filtering — 97.6% of the work disappears, with no AI.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3685032"/>
            <a:ext cx="411480" cy="41148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685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666744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26% of cameras can read a plate, so we also match on appearance — but appearance can never confirm.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4489704"/>
            <a:ext cx="411480" cy="41148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4897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471416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lookup needs a stated reason, kept for seven years.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77240" y="5294376"/>
            <a:ext cx="411480" cy="41148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2943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52760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killed the database on purpose: zero records lost, back in 0.36 seconds.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61722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7E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each one out loud three times. If you can say these five naturally, you can carry the whole presentation.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NEXT THREE MOVES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do this week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66544"/>
            <a:ext cx="548640" cy="54864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0665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9202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camera check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322576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command, on your own laptop. It tells you whether the 30 live cameras work with the system — and whether they have GPS positions.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692640" y="2148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C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important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483864"/>
            <a:ext cx="548640" cy="54864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3483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33375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Film one junction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3739896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vehicles on your phone, type the real plates into a spreadsheet. That turns "92.5% in our simulator" into "and 71% on our own real footage".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692640" y="35661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C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upgrade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901184"/>
            <a:ext cx="548640" cy="54864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901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47548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Practise the 9-minute demo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1645920" y="5157216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times, on the actual laptop you will present with. Record a video of it working as a backup.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692640" y="49834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C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day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5321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2343B"/>
          </a:solidFill>
          <a:ln w="12700">
            <a:solidFill>
              <a:srgbClr val="DDE7E8"/>
            </a:solidFill>
            <a:prstDash val="solid"/>
          </a:ln>
          <a:effectLst>
            <a:outerShdw sx="100000" sy="100000" kx="0" ky="0" algn="bl" rotWithShape="0" blurRad="101600" dist="12700" dir="5400000">
              <a:srgbClr val="7E9A9F">
                <a:alpha val="16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14400" y="57424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one thing in the camera check: whether the cameras have GPS coordinates. If they do not, the road filter — your best idea — cannot work on them.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 — Learn Your Own Project</dc:title>
  <dc:subject>PptxGenJS Presentation</dc:subject>
  <dc:creator>Sentinel</dc:creator>
  <cp:lastModifiedBy>Sentinel</cp:lastModifiedBy>
  <cp:revision>1</cp:revision>
  <dcterms:created xsi:type="dcterms:W3CDTF">2026-09-02T09:34:01Z</dcterms:created>
  <dcterms:modified xsi:type="dcterms:W3CDTF">2026-09-02T09:34:01Z</dcterms:modified>
</cp:coreProperties>
</file>